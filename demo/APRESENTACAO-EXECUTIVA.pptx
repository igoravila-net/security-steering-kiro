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27432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4A1D6B"/>
                </a:solidFill>
              </a:defRPr>
            </a:pPr>
            <a:r>
              <a:t>Security 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66666"/>
                </a:solidFill>
              </a:defRPr>
            </a:pPr>
            <a:r>
              <a:t>Protecao automatizada de codigo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para o Grupo COGNA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7132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</a:defRPr>
            </a:pPr>
            <a:r>
              <a:t>Seguranca da Informacao — Grupo COGNA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7132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</a:defRPr>
            </a:pPr>
            <a:r>
              <a:t>v2.4.2 | Maio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2D2D2D"/>
                </a:solidFill>
              </a:defRPr>
            </a:pPr>
            <a:r>
              <a:t>Vulnerabilidades sao detectadas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2D8B"/>
                </a:solidFill>
              </a:defRPr>
            </a:pPr>
            <a:r>
              <a:t>tarde demais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4B4B"/>
                </a:solidFill>
              </a:defRPr>
            </a:pPr>
            <a:r>
              <a:t>CENARIO ATUAL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Encontradas no PR review ou Veracode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Custo 10x maior a cada fase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Devs nao sao especialistas em seguranca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Dependencias com CVEs sem verificacao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Politicas existem mas nao sao aplicadas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B5E"/>
                </a:solidFill>
              </a:defRPr>
            </a:pPr>
            <a:r>
              <a:t>COM SECURITY GUARDRAILS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566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Bloqueadas antes de serem escritas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069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Correcao automatica no momento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Regras aplicadas transparentemente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5074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CVEs verificados antes de adicionar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577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12 politicas COGNA automatizadas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Protecao em numeros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CWEs cobertas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Linguagens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9260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Codigo protegido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Hooks 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Ecossistemas SCA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Politicas COGNA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SOLUCAO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Como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Plugin para o IDE Kiro — intercepta e corrige codigo inseguro em tempo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2D8B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Desenvolvedor escreve codigo normalmente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Zero friccao para codigo seguro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2D8B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Power intercepta e classifica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4617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SKIP para docs/testes, FULL para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2D8B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Se inseguro: bloqueia e corrige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Correcao automatica com explicacao do risco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76655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B2D8B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676655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Se seguro: permite sem friccao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7178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89% resolvidas em menos de 1 segundo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COBERTURA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O que protegemos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Vulnerabilidades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46 CWEs — Top 25 MITRE 2024 + OWASP Top 10:2025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918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Supply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2918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npm, pip, Maven, NuGet, Composer — 26+ pacotes proibidos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Infraestrutura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4023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Docker, Terraform, K8s — checklist de 7 itens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LGPD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Mascaramento de PII, consentimento, logs sem dados pessoais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486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Observabilidade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Padrao GELF COGNA, CorrelationID, niveis corretos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217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GitHub Actions, GitLab CI, Jenkins — secrets e permissions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949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2D8B"/>
                </a:solidFill>
              </a:defRPr>
            </a:pPr>
            <a:r>
              <a:t>IA Segura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6949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LLM Top 10:2025 — prompt injection, data poisoning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EXEMPLOS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Protecao em 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4B4B"/>
                </a:solidFill>
              </a:defRPr>
            </a:pPr>
            <a:r>
              <a:t>BLOQUEADO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SQL Injection — concatenacao de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Credenciais hardcoded no codigo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Dependencias com CVEs conhecidos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Dockerfile rodando como root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Endpoints sem autenticacao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PII em logs de producao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D8B5E"/>
                </a:solidFill>
              </a:defRPr>
            </a:pPr>
            <a:r>
              <a:t>CORRECAO APLICADA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Queries parametrizadas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03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Vault / variaveis de ambiente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Versoes seguras sugeridas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709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Multi-stage + USER nao-root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Auth + 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5715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  Mascaramento automatico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Retorno sobre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66666"/>
                </a:solidFill>
              </a:defRPr>
            </a:pPr>
            <a:r>
              <a:t>"Corrigir em producao custa ate 100x mais</a:t>
            </a:r>
            <a:br/>
            <a:r>
              <a:t>do que prevenir durante o desenvolvimento."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57200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Custo de licenca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-83%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Reducao de friccao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303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2D8B"/>
                </a:solidFill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Configuracao necessaria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Alinhamento regulatorio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OWASP Top 10:2025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100% — todas as categorias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8327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API Security Top 10:2023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383279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100% — validacao, auth, rate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CWE Top 25 MITRE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100% — 25/25 CWEs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LGPD (Lei 13.709/2018)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Hook dedicado — mascaramento, consentimento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ISO 27001:2022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Controles tecnicos automatizados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675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D2D2D"/>
                </a:solidFill>
              </a:defRPr>
            </a:pPr>
            <a:r>
              <a:t>Politicas COGNA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675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12 politicas corporativas aplicadas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0" y="548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99999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Proximos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288036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Piloto com squads selecionados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Ativar em 2-3 projetos para validar</a:t>
            </a:r>
          </a:p>
        </p:txBody>
      </p:sp>
      <p:sp>
        <p:nvSpPr>
          <p:cNvPr id="9" name="Oval 8"/>
          <p:cNvSpPr/>
          <p:nvPr/>
        </p:nvSpPr>
        <p:spPr>
          <a:xfrm>
            <a:off x="1463040" y="416052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Metricas de adocao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4434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Hook automatico coleta dados — dashboard de compliance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544068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Feedback loop Veracode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Mapear findings para melhorar regras</a:t>
            </a:r>
          </a:p>
        </p:txBody>
      </p:sp>
      <p:sp>
        <p:nvSpPr>
          <p:cNvPr id="15" name="Oval 14"/>
          <p:cNvSpPr/>
          <p:nvPr/>
        </p:nvSpPr>
        <p:spPr>
          <a:xfrm>
            <a:off x="1463040" y="6720840"/>
            <a:ext cx="137160" cy="13716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58367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2D2D"/>
                </a:solidFill>
              </a:defRPr>
            </a:pPr>
            <a:r>
              <a:t>Expansao 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99515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Certificate pinning, jailbreak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DE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82296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11887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4A1D6B"/>
                </a:solidFill>
              </a:defRPr>
            </a:pPr>
            <a:r>
              <a:t>Seguranca por 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11887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D2D2D"/>
                </a:solidFill>
              </a:defRPr>
            </a:pPr>
            <a:r>
              <a:t>Transparente para o desenvolvedor.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303520"/>
            <a:ext cx="27432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1188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666666"/>
                </a:solidFill>
              </a:defRPr>
            </a:pPr>
            <a:r>
              <a:t>100% do codigo de producao protegido, em 13 linguagens,</a:t>
            </a:r>
            <a:br/>
            <a:r>
              <a:t>contra 46 categorias de vulnerabilidade.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85800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99999"/>
                </a:solidFill>
              </a:defRPr>
            </a:pPr>
            <a:r>
              <a:t>Seguranca da Informacao — Grupo COGNA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