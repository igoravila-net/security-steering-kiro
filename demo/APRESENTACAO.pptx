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COGNA Security Guardrails — Apresentação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Arquivo local — NÃO commitar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 — Título</a:t>
            </a:r>
          </a:p>
          <a:p>
            <a:pPr lvl="0" indent="0" marL="0">
              <a:buNone/>
            </a:pPr>
            <a:r>
              <a:rPr b="1"/>
              <a:t>COGNA Security Guardrails</a:t>
            </a:r>
            <a:r>
              <a:rPr/>
              <a:t> Framework automatizado de segurança para desenvolvimento seguro</a:t>
            </a:r>
          </a:p>
          <a:p>
            <a:pPr lvl="0" indent="0" marL="0">
              <a:buNone/>
            </a:pPr>
            <a:r>
              <a:rPr/>
              <a:t>Segurança da Informação — Grupo COGNA v2.4.1 | Maio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 — O Problema</a:t>
            </a:r>
          </a:p>
          <a:p>
            <a:pPr lvl="0"/>
            <a:r>
              <a:rPr/>
              <a:t>Vulnerabilidades são detectadas </a:t>
            </a:r>
            <a:r>
              <a:rPr b="1"/>
              <a:t>tarde demais</a:t>
            </a:r>
            <a:r>
              <a:rPr/>
              <a:t> (PR review, Veracode, produção)</a:t>
            </a:r>
          </a:p>
          <a:p>
            <a:pPr lvl="0"/>
            <a:r>
              <a:rPr/>
              <a:t>Custo de correção aumenta 10x a cada fase do ciclo</a:t>
            </a:r>
          </a:p>
          <a:p>
            <a:pPr lvl="0"/>
            <a:r>
              <a:rPr/>
              <a:t>Desenvolvedores não são especialistas em segurança</a:t>
            </a:r>
          </a:p>
          <a:p>
            <a:pPr lvl="0"/>
            <a:r>
              <a:rPr/>
              <a:t>Dependências com CVEs entram no código sem verificação</a:t>
            </a:r>
          </a:p>
          <a:p>
            <a:pPr lvl="0"/>
            <a:r>
              <a:rPr/>
              <a:t>Políticas corporativas existem mas não são aplicadas automaticamente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 — A Solução</a:t>
            </a:r>
          </a:p>
          <a:p>
            <a:pPr lvl="0" indent="0" marL="0">
              <a:buNone/>
            </a:pPr>
            <a:r>
              <a:rPr b="1"/>
              <a:t>Plugin para o IDE Kiro</a:t>
            </a:r>
            <a:r>
              <a:rPr/>
              <a:t> que bloqueia código vulnerável </a:t>
            </a:r>
            <a:r>
              <a:rPr b="1"/>
              <a:t>em tempo real</a:t>
            </a:r>
            <a:r>
              <a:rPr/>
              <a:t>, antes de ser escrito.</a:t>
            </a:r>
          </a:p>
          <a:p>
            <a:pPr lvl="0" indent="0" marL="0">
              <a:buNone/>
            </a:pPr>
            <a:r>
              <a:rPr/>
              <a:t>Como funciona: 1. Desenvolvedor escreve código normalmente 2. Power intercepta e verifica contra 20+ categorias de ataque 3. Se inseguro → bloqueia e sugere correção 4. Se seguro → permite sem fricção</a:t>
            </a:r>
          </a:p>
          <a:p>
            <a:pPr lvl="0" indent="0" marL="0">
              <a:buNone/>
            </a:pPr>
            <a:r>
              <a:rPr b="1"/>
              <a:t>Transparente para o desenvolvedor — proteção automática.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 — Arquitetura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┌─────────────────────────────────────────┐
│              IDE (Kiro)                  │
├─────────────────────────────────────────┤
│  Steering Files (7)     │  Hooks (26)   │
│  ─────────────────      │  ───────────  │
│  • constraints          │  • preToolUse │
│  • implementation       │  • postToolUse│
│  • validation           │  • fileEdited │
│  • policies             │  • agentStop  │
│  • infrastructure       │  • userTrigger│
│  • observability        │               │
│  • conditional          │               │
├─────────────────────────────────────────┤
│         Código do Desenvolvedor         │
└─────────────────────────────────────────┘</a:t>
            </a:r>
          </a:p>
          <a:p>
            <a:pPr lvl="0" indent="0" marL="0">
              <a:buNone/>
            </a:pPr>
            <a:r>
              <a:rPr b="1"/>
              <a:t>Steerings</a:t>
            </a:r>
            <a:r>
              <a:rPr/>
              <a:t> = regras carregadas automaticamente </a:t>
            </a:r>
            <a:r>
              <a:rPr b="1"/>
              <a:t>Hooks</a:t>
            </a:r>
            <a:r>
              <a:rPr/>
              <a:t> = automações que interceptam ações de risco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5 — Cobertura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Dimensão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Escopo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Vulnerabilidades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 CWEs (Top 25 MITRE completo + 21 adicionais, OWASP Top 10:2025 + API + LLM)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Linguagens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 (C#, Java, TS, JS, PHP, Python, Swift, Kotlin, etc.)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Supply Chain (SCA)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ecossistemas (npm, pip, Maven, NuGet, Composer), 26 pacotes proibidos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Políticas COGNA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automatizadas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Infraestrutura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Terraform, Docker, K8s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LGPD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Hook dedicado para PII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WordPress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Plugins, temas, REST API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6 — Como Protege (Exemplos)</a:t>
            </a:r>
          </a:p>
          <a:p>
            <a:pPr lvl="0" indent="0" marL="0">
              <a:buNone/>
            </a:pPr>
            <a:r>
              <a:rPr b="1"/>
              <a:t>SQL Injection:</a:t>
            </a:r>
            <a:r>
              <a:rPr/>
              <a:t> - ❌ </a:t>
            </a:r>
            <a:r>
              <a:rPr>
                <a:latin typeface="Courier"/>
              </a:rPr>
              <a:t>"SELECT * FROM users WHERE id = " + userId</a:t>
            </a:r>
            <a:r>
              <a:rPr/>
              <a:t> → BLOQUEADO - ✅ </a:t>
            </a:r>
            <a:r>
              <a:rPr>
                <a:latin typeface="Courier"/>
              </a:rPr>
              <a:t>SELECT * FROM users WHERE id = ?</a:t>
            </a:r>
            <a:r>
              <a:rPr/>
              <a:t> com parâmetro → PERMITIDO</a:t>
            </a:r>
          </a:p>
          <a:p>
            <a:pPr lvl="0" indent="0" marL="0">
              <a:buNone/>
            </a:pPr>
            <a:r>
              <a:rPr b="1"/>
              <a:t>Credenciais:</a:t>
            </a:r>
            <a:r>
              <a:rPr/>
              <a:t> - ❌ </a:t>
            </a:r>
            <a:r>
              <a:rPr>
                <a:latin typeface="Courier"/>
              </a:rPr>
              <a:t>const API_KEY = "sk-abc123..."</a:t>
            </a:r>
            <a:r>
              <a:rPr/>
              <a:t> → BLOQUEADO - ✅ </a:t>
            </a:r>
            <a:r>
              <a:rPr>
                <a:latin typeface="Courier"/>
              </a:rPr>
              <a:t>const API_KEY = process.env.API_KEY</a:t>
            </a:r>
            <a:r>
              <a:rPr/>
              <a:t> → PERMITIDO</a:t>
            </a:r>
          </a:p>
          <a:p>
            <a:pPr lvl="0" indent="0" marL="0">
              <a:buNone/>
            </a:pPr>
            <a:r>
              <a:rPr b="1"/>
              <a:t>Supply Chain:</a:t>
            </a:r>
            <a:r>
              <a:rPr/>
              <a:t> - ❌ </a:t>
            </a:r>
            <a:r>
              <a:rPr>
                <a:latin typeface="Courier"/>
              </a:rPr>
              <a:t>"faker": "^6.6.6"</a:t>
            </a:r>
            <a:r>
              <a:rPr/>
              <a:t> → BLOQUEADO (protestware) - ✅ </a:t>
            </a:r>
            <a:r>
              <a:rPr>
                <a:latin typeface="Courier"/>
              </a:rPr>
              <a:t>"@faker-js/faker": "9.0.0"</a:t>
            </a:r>
            <a:r>
              <a:rPr/>
              <a:t> → PERMITIDO (alternativa segura)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7 — Classificação Inteligente</a:t>
            </a:r>
          </a:p>
          <a:p>
            <a:pPr lvl="0" indent="0" marL="0">
              <a:buNone/>
            </a:pPr>
            <a:r>
              <a:rPr/>
              <a:t>O Power não trata tudo igual — classifica por risco: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Nível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Arquivos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Verificação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SKIP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Testes, docs, configs, 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Auto-approve instantâneo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 models, DTOs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Apenas credenciais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FULL (App)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Controllers, services, middleware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Checklist 7 itens (injection, XSS, auth…)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FULL (IaC)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Dockerfile, docker-compose, Terraform, K8s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Checklist 7 itens (image pin, non-root, secrets…)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Resultado:</a:t>
            </a:r>
            <a:r>
              <a:rPr/>
              <a:t> -83% de interrupções vs. v1, mantendo 100% de proteção em código de produção.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8 — Supply Chain (SCA)</a:t>
            </a:r>
          </a:p>
          <a:p>
            <a:pPr lvl="0" indent="0" marL="0">
              <a:buNone/>
            </a:pPr>
            <a:r>
              <a:rPr/>
              <a:t>Maior vetor de ataque atual — dependências vulneráveis.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Ecossistema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Pacotes proibidos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Ataques cobertos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npm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Typosquatting, dependency confusion, protestware, worm (Shai-Hulud), remote dynamic deps (PhantomRaven)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Typosquatting, malicious setup.py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Maven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Log4Shell, transitive attacks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Dependency confusion, build scripts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Abandoned packages, malicious autoload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Regra absoluta:</a:t>
            </a:r>
            <a:r>
              <a:rPr/>
              <a:t> Agente DEVE verificar CVEs via web ANTES de escrever versões.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8.5 — Observabilidade e Logs</a:t>
            </a:r>
          </a:p>
          <a:p>
            <a:pPr lvl="0" indent="0" marL="0">
              <a:buNone/>
            </a:pPr>
            <a:r>
              <a:rPr/>
              <a:t>O Power garante que logs sigam o padrão COGNA: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Depois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PII em logs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console.log(user.cpf)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Mascarado: </a:t>
                      </a:r>
                      <a:r>
                        <a:rPr>
                          <a:latin typeface="Courier"/>
                        </a:rPr>
                        <a:t>***.456.***-**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console.log("msg")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GELF estruturado com campos obrigatórios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Rastreabilidade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 correlação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CorrelationID em toda request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Níveis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Tudo </a:t>
                      </a:r>
                      <a:r>
                        <a:rPr>
                          <a:latin typeface="Courier"/>
                        </a:rPr>
                        <a:t>console.log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INFO/WARN/ERROR conforme contexto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Dados de cartão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Logado em plaintext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NUNCA logado (PCI-DSS)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Padrão GELF COGNA:</a:t>
            </a:r>
            <a:r>
              <a:rPr/>
              <a:t> timestamp, level, correlationId, service, message, userId (sem PII)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9 — Integração com Processos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Como o Power ajuda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Veracode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Hook mapeia CWEs → steerings (feedback loop)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LGPD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Hook dedicado verifica mascaramento/consentimento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Incidentes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Regras atualizadas quando novas vulnerabilidades surgem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Onboarding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regras fundamentais carregadas automaticamente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CI/CD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Regras de pipeline (npm audit, pip-audit, OWASP DC)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10 — Métricas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Proteção em código de produção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CWEs cobertas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46</a:t>
                      </a:r>
                      <a:r>
                        <a:rPr/>
                        <a:t> (Top 25 MITRE 2024 + 21 adicionais)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Linguagens homologadas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Hooks ativos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Pacotes proibidos monitorados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Políticas COGNA automatizadas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Redução de fricção vs. v1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-83%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11 — Próximos Passos</a:t>
            </a:r>
          </a:p>
          <a:p>
            <a:pPr lvl="0" indent="-342900" marL="342900">
              <a:buAutoNum type="arabicPeriod"/>
            </a:pPr>
            <a:r>
              <a:rPr b="1"/>
              <a:t>Piloto com squads</a:t>
            </a:r>
            <a:r>
              <a:rPr/>
              <a:t> — ativar em projetos selecionados</a:t>
            </a:r>
          </a:p>
          <a:p>
            <a:pPr lvl="0" indent="-342900" marL="342900">
              <a:buAutoNum type="arabicPeriod"/>
            </a:pPr>
            <a:r>
              <a:rPr b="1"/>
              <a:t>Métricas de adoção</a:t>
            </a:r>
            <a:r>
              <a:rPr/>
              <a:t> — hook coleta dados automaticamente</a:t>
            </a:r>
          </a:p>
          <a:p>
            <a:pPr lvl="0" indent="-342900" marL="342900">
              <a:buAutoNum type="arabicPeriod"/>
            </a:pPr>
            <a:r>
              <a:rPr b="1"/>
              <a:t>Feedback loop Veracode</a:t>
            </a:r>
            <a:r>
              <a:rPr/>
              <a:t> — mapear findings para melhorar regras</a:t>
            </a:r>
          </a:p>
          <a:p>
            <a:pPr lvl="0" indent="-342900" marL="342900">
              <a:buAutoNum type="arabicPeriod"/>
            </a:pPr>
            <a:r>
              <a:rPr b="1"/>
              <a:t>Mobile-specific</a:t>
            </a:r>
            <a:r>
              <a:rPr/>
              <a:t> — certificate pinning, jailbreak detection</a:t>
            </a:r>
          </a:p>
          <a:p>
            <a:pPr lvl="0" indent="-342900" marL="342900">
              <a:buAutoNum type="arabicPeriod"/>
            </a:pPr>
            <a:r>
              <a:rPr b="1"/>
              <a:t>Evolução contínua</a:t>
            </a:r>
            <a:r>
              <a:rPr/>
              <a:t> — hook de feedback coleta gaps reais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12 — Como Usar</a:t>
            </a:r>
          </a:p>
          <a:p>
            <a:pPr lvl="0" indent="-342900" marL="342900">
              <a:buAutoNum type="arabicPeriod"/>
            </a:pPr>
            <a:r>
              <a:rPr/>
              <a:t>Instalar o Power no Kiro (marketplace ou manual)</a:t>
            </a:r>
          </a:p>
          <a:p>
            <a:pPr lvl="0" indent="-342900" marL="342900">
              <a:buAutoNum type="arabicPeriod"/>
            </a:pPr>
            <a:r>
              <a:rPr/>
              <a:t>Steerings carregam automaticamente — zero configuração</a:t>
            </a:r>
          </a:p>
          <a:p>
            <a:pPr lvl="0" indent="-342900" marL="342900">
              <a:buAutoNum type="arabicPeriod"/>
            </a:pPr>
            <a:r>
              <a:rPr/>
              <a:t>Opcionalmente: criar hooks recomendados no projeto (</a:t>
            </a:r>
            <a:r>
              <a:rPr>
                <a:latin typeface="Courier"/>
              </a:rPr>
              <a:t>.kiro/hooks/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Desenvolver normalmente — proteção é transparente</a:t>
            </a:r>
          </a:p>
          <a:p>
            <a:pPr lvl="0" indent="0" marL="0">
              <a:buNone/>
            </a:pPr>
            <a:r>
              <a:rPr b="1"/>
              <a:t>Repositório:</a:t>
            </a:r>
            <a:r>
              <a:rPr/>
              <a:t> github.com/igoravila-net/security-steering-kiro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2026-05-29T13:14:00Z</dcterms:created>
  <dcterms:modified xsi:type="dcterms:W3CDTF">2026-05-29T13:14:00Z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